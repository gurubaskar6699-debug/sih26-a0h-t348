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Garamond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bold.fntdata"/><Relationship Id="rId12" Type="http://schemas.openxmlformats.org/officeDocument/2006/relationships/font" Target="fonts/Garamon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boldItalic.fntdata"/><Relationship Id="rId14" Type="http://schemas.openxmlformats.org/officeDocument/2006/relationships/font" Target="fonts/Garamond-italic.fntdata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I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I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I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quantum.ibm.com/?utm_source=chatgpt.com" TargetMode="External"/><Relationship Id="rId4" Type="http://schemas.openxmlformats.org/officeDocument/2006/relationships/hyperlink" Target="https://quantum.ibm.com/?utm_source=chatgpt.com" TargetMode="External"/><Relationship Id="rId11" Type="http://schemas.openxmlformats.org/officeDocument/2006/relationships/image" Target="../media/image1.png"/><Relationship Id="rId10" Type="http://schemas.openxmlformats.org/officeDocument/2006/relationships/hyperlink" Target="https://arxiv.org/abs/2504.18603?utm_source=chatgpt.com" TargetMode="External"/><Relationship Id="rId9" Type="http://schemas.openxmlformats.org/officeDocument/2006/relationships/hyperlink" Target="https://link.springer.com/article/10.1140/epjqt/s40507-025-00310-z?utm_source=chatgpt.com" TargetMode="External"/><Relationship Id="rId5" Type="http://schemas.openxmlformats.org/officeDocument/2006/relationships/hyperlink" Target="https://quantumai.google/cirq?utm_source=chatgpt.com" TargetMode="External"/><Relationship Id="rId6" Type="http://schemas.openxmlformats.org/officeDocument/2006/relationships/hyperlink" Target="https://quantumai.google/cirq?utm_source=chatgpt.com" TargetMode="External"/><Relationship Id="rId7" Type="http://schemas.openxmlformats.org/officeDocument/2006/relationships/hyperlink" Target="https://qbraid.com/?utm_source=chatgpt.com" TargetMode="External"/><Relationship Id="rId8" Type="http://schemas.openxmlformats.org/officeDocument/2006/relationships/hyperlink" Target="https://qbraid.com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82416" y="1853581"/>
            <a:ext cx="3203512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2" name="Google Shape;92;p13"/>
          <p:cNvSpPr txBox="1"/>
          <p:nvPr/>
        </p:nvSpPr>
        <p:spPr>
          <a:xfrm rot="-174">
            <a:off x="331274" y="1688857"/>
            <a:ext cx="5924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•"/>
            </a:pPr>
            <a: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ID –SIH26</a:t>
            </a:r>
            <a: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140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Title-</a:t>
            </a:r>
            <a: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Interactive Quantum Learning Platform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•"/>
            </a:pPr>
            <a: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Theme-E</a:t>
            </a:r>
            <a: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merging Technologies/Quantum Comptuing 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•"/>
            </a:pPr>
            <a: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 Category- Software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•"/>
            </a:pPr>
            <a: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ID-SIH26-A0H</a:t>
            </a:r>
            <a: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-T348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•"/>
            </a:pPr>
            <a: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 - Agentic Coven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3600"/>
              <a:t>Q-LEARN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2" name="Google Shape;102;p14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03" name="Google Shape;103;p14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Agentic Coven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14"/>
          <p:cNvGrpSpPr/>
          <p:nvPr/>
        </p:nvGrpSpPr>
        <p:grpSpPr>
          <a:xfrm>
            <a:off x="381000" y="1428750"/>
            <a:ext cx="3476700" cy="4667400"/>
            <a:chOff x="0" y="0"/>
            <a:chExt cx="3476700" cy="4667400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3476700" cy="466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0" y="0"/>
              <a:ext cx="3476700" cy="46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90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Proposed Solution</a:t>
              </a:r>
              <a:endParaRPr b="1" sz="19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IN" sz="125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AI-Powered Quantum Learning</a:t>
              </a:r>
              <a:endParaRPr b="1" sz="1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150">
                  <a:solidFill>
                    <a:srgbClr val="555555"/>
                  </a:solidFill>
                </a:rPr>
                <a:t>A unified platform to learn, build, simulate and visualize quantum algorithms with AI-powered assistance.</a:t>
              </a:r>
              <a:endParaRPr sz="1150">
                <a:solidFill>
                  <a:srgbClr val="555555"/>
                </a:solidFill>
              </a:endParaRPr>
            </a:p>
            <a:p>
              <a:pPr indent="0" lvl="0" marL="0" rtl="0" algn="l">
                <a:spcBef>
                  <a:spcPts val="2100"/>
                </a:spcBef>
                <a:spcAft>
                  <a:spcPts val="0"/>
                </a:spcAft>
                <a:buNone/>
              </a:pPr>
              <a:r>
                <a:rPr b="1" lang="en-IN" sz="190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How It Solves the Problem</a:t>
              </a:r>
              <a:endParaRPr b="1" sz="19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1625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555555"/>
                </a:buClr>
                <a:buSzPts val="1150"/>
                <a:buFont typeface="Arial"/>
                <a:buChar char="●"/>
              </a:pPr>
              <a:r>
                <a:rPr lang="en-IN" sz="1150">
                  <a:solidFill>
                    <a:srgbClr val="555555"/>
                  </a:solidFill>
                </a:rPr>
                <a:t>Makes complex quantum concepts visual and hands-on</a:t>
              </a:r>
              <a:endParaRPr sz="1150">
                <a:solidFill>
                  <a:srgbClr val="555555"/>
                </a:solidFill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555555"/>
                </a:buClr>
                <a:buSzPts val="1150"/>
                <a:buFont typeface="Arial"/>
                <a:buChar char="●"/>
              </a:pPr>
              <a:r>
                <a:rPr lang="en-IN" sz="1150">
                  <a:solidFill>
                    <a:srgbClr val="555555"/>
                  </a:solidFill>
                </a:rPr>
                <a:t>Enables experimentation without physical hardware</a:t>
              </a:r>
              <a:endParaRPr sz="1150">
                <a:solidFill>
                  <a:srgbClr val="555555"/>
                </a:solidFill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555555"/>
                </a:buClr>
                <a:buSzPts val="1150"/>
                <a:buFont typeface="Arial"/>
                <a:buChar char="●"/>
              </a:pPr>
              <a:r>
                <a:rPr lang="en-IN" sz="1150">
                  <a:solidFill>
                    <a:srgbClr val="555555"/>
                  </a:solidFill>
                </a:rPr>
                <a:t>Provides instant simulation and AI guidance</a:t>
              </a:r>
              <a:endParaRPr sz="1150">
                <a:solidFill>
                  <a:srgbClr val="555555"/>
                </a:solidFill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555555"/>
                </a:buClr>
                <a:buSzPts val="1150"/>
                <a:buFont typeface="Arial"/>
                <a:buChar char="●"/>
              </a:pPr>
              <a:r>
                <a:rPr lang="en-IN" sz="1150">
                  <a:solidFill>
                    <a:srgbClr val="555555"/>
                  </a:solidFill>
                </a:rPr>
                <a:t>Brings learning, coding and experimentation into one platform</a:t>
              </a:r>
              <a:endParaRPr sz="1150">
                <a:solidFill>
                  <a:srgbClr val="555555"/>
                </a:solidFill>
              </a:endParaRPr>
            </a:p>
          </p:txBody>
        </p:sp>
      </p:grpSp>
      <p:grpSp>
        <p:nvGrpSpPr>
          <p:cNvPr id="108" name="Google Shape;108;p14"/>
          <p:cNvGrpSpPr/>
          <p:nvPr/>
        </p:nvGrpSpPr>
        <p:grpSpPr>
          <a:xfrm>
            <a:off x="4191000" y="1428750"/>
            <a:ext cx="3952800" cy="4667400"/>
            <a:chOff x="0" y="0"/>
            <a:chExt cx="3952800" cy="4667400"/>
          </a:xfrm>
        </p:grpSpPr>
        <p:sp>
          <p:nvSpPr>
            <p:cNvPr id="109" name="Google Shape;109;p14"/>
            <p:cNvSpPr/>
            <p:nvPr/>
          </p:nvSpPr>
          <p:spPr>
            <a:xfrm>
              <a:off x="0" y="0"/>
              <a:ext cx="3952800" cy="466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0" y="0"/>
              <a:ext cx="3952800" cy="46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900">
                  <a:solidFill>
                    <a:srgbClr val="0070C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Core Features</a:t>
              </a:r>
              <a:endParaRPr b="1" sz="19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IN">
                  <a:solidFill>
                    <a:srgbClr val="8064A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school</a:t>
              </a:r>
              <a:r>
                <a:rPr b="1" lang="en-IN" sz="120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LEARN</a:t>
              </a:r>
              <a:endParaRPr b="1" sz="12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IN" sz="115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Interactive modules for qubits, quantum gates, algorithms and concepts.</a:t>
              </a:r>
              <a:endParaRPr sz="11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IN">
                  <a:solidFill>
                    <a:srgbClr val="8064A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construction</a:t>
              </a:r>
              <a:r>
                <a:rPr b="1" lang="en-IN" sz="120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BUILD</a:t>
              </a:r>
              <a:endParaRPr b="1" sz="12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IN" sz="115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Drag-and-drop quantum circuit builder with an integrated code editor.</a:t>
              </a:r>
              <a:endParaRPr sz="11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IN">
                  <a:solidFill>
                    <a:srgbClr val="8064A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play_circle</a:t>
              </a:r>
              <a:r>
                <a:rPr b="1" lang="en-IN" sz="120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SIMULATE</a:t>
              </a:r>
              <a:endParaRPr b="1" sz="12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IN" sz="115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Execute quantum circuits and visualize states, results and probabilities in real time.</a:t>
              </a:r>
              <a:endParaRPr sz="11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IN">
                  <a:solidFill>
                    <a:srgbClr val="8064A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psychology</a:t>
              </a:r>
              <a:r>
                <a:rPr b="1" lang="en-IN" sz="120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AI GUIDE</a:t>
              </a:r>
              <a:endParaRPr b="1" sz="12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IN" sz="115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AI-powered explanations, hints, debugging and optimization support.</a:t>
              </a:r>
              <a:endParaRPr sz="11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IN">
                  <a:solidFill>
                    <a:srgbClr val="8064A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assignment_turned_in</a:t>
              </a:r>
              <a:r>
                <a:rPr b="1" lang="en-IN" sz="120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ASSESS</a:t>
              </a:r>
              <a:endParaRPr b="1" sz="12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1050"/>
                </a:spcAft>
                <a:buNone/>
              </a:pPr>
              <a:r>
                <a:rPr lang="en-IN" sz="115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Quizzes, coding challenges and personalized progress analytics.</a:t>
              </a:r>
              <a:endParaRPr sz="11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1" name="Google Shape;111;p14"/>
          <p:cNvGrpSpPr/>
          <p:nvPr/>
        </p:nvGrpSpPr>
        <p:grpSpPr>
          <a:xfrm>
            <a:off x="8429625" y="1428750"/>
            <a:ext cx="3381300" cy="4667400"/>
            <a:chOff x="0" y="0"/>
            <a:chExt cx="3381300" cy="4667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3381300" cy="466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4"/>
            <p:cNvSpPr txBox="1"/>
            <p:nvPr/>
          </p:nvSpPr>
          <p:spPr>
            <a:xfrm>
              <a:off x="0" y="0"/>
              <a:ext cx="3381300" cy="46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90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Innovation &amp; Uniqueness</a:t>
              </a:r>
              <a:endParaRPr b="1" sz="19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IN" sz="1050">
                  <a:solidFill>
                    <a:srgbClr val="8064A2"/>
                  </a:solidFill>
                  <a:latin typeface="Arial"/>
                  <a:ea typeface="Arial"/>
                  <a:cs typeface="Arial"/>
                  <a:sym typeface="Arial"/>
                </a:rPr>
                <a:t>Unified Workflow</a:t>
              </a:r>
              <a:endParaRPr b="1" sz="1050">
                <a:solidFill>
                  <a:srgbClr val="8064A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IN" sz="1100">
                  <a:solidFill>
                    <a:srgbClr val="111111"/>
                  </a:solidFill>
                  <a:highlight>
                    <a:srgbClr val="F5F4F6"/>
                  </a:highlight>
                  <a:latin typeface="Arial"/>
                  <a:ea typeface="Arial"/>
                  <a:cs typeface="Arial"/>
                  <a:sym typeface="Arial"/>
                </a:rPr>
                <a:t>Learn → Build → Simulate → AI Guide → Assess</a:t>
              </a:r>
              <a:endParaRPr b="1" sz="1100">
                <a:solidFill>
                  <a:srgbClr val="111111"/>
                </a:solidFill>
                <a:highlight>
                  <a:srgbClr val="F5F4F6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-301625" lvl="0" marL="457200" rtl="0" algn="l">
                <a:spcBef>
                  <a:spcPts val="1650"/>
                </a:spcBef>
                <a:spcAft>
                  <a:spcPts val="0"/>
                </a:spcAft>
                <a:buClr>
                  <a:srgbClr val="555555"/>
                </a:buClr>
                <a:buSzPts val="1150"/>
                <a:buFont typeface="Arial"/>
                <a:buChar char="●"/>
              </a:pPr>
              <a:r>
                <a:rPr lang="en-IN" sz="11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Personalized AI-assisted learning</a:t>
              </a:r>
              <a:endParaRPr sz="11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1625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555555"/>
                </a:buClr>
                <a:buSzPts val="1150"/>
                <a:buFont typeface="Arial"/>
                <a:buChar char="●"/>
              </a:pPr>
              <a:r>
                <a:rPr lang="en-IN" sz="11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Multi-framework quantum simulation</a:t>
              </a:r>
              <a:endParaRPr sz="11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1625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555555"/>
                </a:buClr>
                <a:buSzPts val="1150"/>
                <a:buFont typeface="Arial"/>
                <a:buChar char="●"/>
              </a:pPr>
              <a:r>
                <a:rPr lang="en-IN" sz="11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Interactive visualization + coding challenges</a:t>
              </a:r>
              <a:endParaRPr sz="11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1625" lvl="0" marL="457200" rtl="0" algn="l">
                <a:spcBef>
                  <a:spcPts val="1050"/>
                </a:spcBef>
                <a:spcAft>
                  <a:spcPts val="1050"/>
                </a:spcAft>
                <a:buClr>
                  <a:srgbClr val="555555"/>
                </a:buClr>
                <a:buSzPts val="1150"/>
                <a:buFont typeface="Arial"/>
                <a:buChar char="●"/>
              </a:pPr>
              <a:r>
                <a:rPr lang="en-IN" sz="11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Continuous feedback and progress tracking</a:t>
              </a:r>
              <a:endParaRPr sz="11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204125" y="1801025"/>
            <a:ext cx="74742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I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Development: </a:t>
            </a:r>
            <a:r>
              <a:rPr lang="en-I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Full-Stack Web Application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I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 </a:t>
            </a:r>
            <a:r>
              <a:rPr lang="en-I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React.js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I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</a:t>
            </a:r>
            <a:r>
              <a:rPr lang="en-I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Python + Flask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I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Quantum: </a:t>
            </a:r>
            <a:r>
              <a:rPr lang="en-I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Qiskit + Qiskit Aer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I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AI: </a:t>
            </a:r>
            <a:r>
              <a:rPr lang="en-I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LLM-based AI Tutor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I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Database: </a:t>
            </a:r>
            <a:r>
              <a:rPr lang="en-I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I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Development: </a:t>
            </a:r>
            <a:r>
              <a:rPr lang="en-I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Jupyter Notebook + VS Code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Circuit / Code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Simulate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Visualize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Feedback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Assess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3" name="Google Shape;123;p1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24" name="Google Shape;124;p15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Agentic Coven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0675" y="1095375"/>
            <a:ext cx="5359250" cy="47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34" name="Google Shape;13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IN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5" name="Google Shape;135;p1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IN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2010825" y="3571950"/>
            <a:ext cx="2955300" cy="18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151775" y="4166350"/>
            <a:ext cx="11624100" cy="21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Challenges</a:t>
            </a:r>
            <a:endParaRPr sz="32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lang="en-I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Complex quantum concepts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lang="en-I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AI explanation accuracy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lang="en-I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Simulation resource requirements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lang="en-I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Making advanced topics beginner-friendly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340500" y="1002250"/>
            <a:ext cx="5059200" cy="3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Feasibility</a:t>
            </a:r>
            <a:endParaRPr sz="32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Web-based &amp; scalable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Uses existing </a:t>
            </a:r>
            <a:r>
              <a:rPr b="1" lang="en-IN" sz="2000">
                <a:solidFill>
                  <a:schemeClr val="dk1"/>
                </a:solidFill>
              </a:rPr>
              <a:t>Qiskit + Qiskit Aer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Runs on standard computing systems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No quantum hardware required for MVP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AI integration is technically achievable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6096000" y="1002250"/>
            <a:ext cx="5551200" cy="3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Viability</a:t>
            </a:r>
            <a:endParaRPr sz="19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lang="en-I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Open-source quantum software reduces cost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lang="en-I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Useful for students, educators &amp; researchers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lang="en-I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Interactive learning improves practical understanding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lang="en-I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Can expand from simulation to real quantum hardware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lang="en-I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Modular design supports future algorithms &amp; QML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141" name="Google Shape;141;p16"/>
          <p:cNvCxnSpPr>
            <a:endCxn id="138" idx="0"/>
          </p:cNvCxnSpPr>
          <p:nvPr/>
        </p:nvCxnSpPr>
        <p:spPr>
          <a:xfrm>
            <a:off x="5939525" y="874450"/>
            <a:ext cx="24300" cy="329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descr="Your startup LOGO" id="142" name="Google Shape;142;p16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Agentic Coven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grpSp>
        <p:nvGrpSpPr>
          <p:cNvPr id="150" name="Google Shape;150;p17"/>
          <p:cNvGrpSpPr/>
          <p:nvPr/>
        </p:nvGrpSpPr>
        <p:grpSpPr>
          <a:xfrm>
            <a:off x="571500" y="1524000"/>
            <a:ext cx="3429000" cy="4381500"/>
            <a:chOff x="0" y="0"/>
            <a:chExt cx="3429000" cy="4381500"/>
          </a:xfrm>
        </p:grpSpPr>
        <p:sp>
          <p:nvSpPr>
            <p:cNvPr id="151" name="Google Shape;151;p17"/>
            <p:cNvSpPr/>
            <p:nvPr/>
          </p:nvSpPr>
          <p:spPr>
            <a:xfrm>
              <a:off x="0" y="0"/>
              <a:ext cx="3429000" cy="43815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7"/>
            <p:cNvSpPr txBox="1"/>
            <p:nvPr/>
          </p:nvSpPr>
          <p:spPr>
            <a:xfrm>
              <a:off x="0" y="0"/>
              <a:ext cx="3429000" cy="438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00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Target Audience</a:t>
              </a:r>
              <a:endParaRPr b="1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rgbClr val="8064A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r>
                <a:rPr b="1" lang="en-IN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Students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rgbClr val="8064A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science</a:t>
              </a:r>
              <a:r>
                <a:rPr b="1" lang="en-IN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Researchers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rgbClr val="8064A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business_center</a:t>
              </a:r>
              <a:r>
                <a:rPr b="1" lang="en-IN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Professionals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rgbClr val="8064A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co_present</a:t>
              </a:r>
              <a:r>
                <a:rPr b="1" lang="en-IN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Instructors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Google Shape;153;p17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IN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54" name="Google Shape;154;p17"/>
          <p:cNvGrpSpPr/>
          <p:nvPr/>
        </p:nvGrpSpPr>
        <p:grpSpPr>
          <a:xfrm>
            <a:off x="4381500" y="1524000"/>
            <a:ext cx="3429000" cy="4381500"/>
            <a:chOff x="0" y="0"/>
            <a:chExt cx="3429000" cy="4381500"/>
          </a:xfrm>
        </p:grpSpPr>
        <p:sp>
          <p:nvSpPr>
            <p:cNvPr id="155" name="Google Shape;155;p17"/>
            <p:cNvSpPr/>
            <p:nvPr/>
          </p:nvSpPr>
          <p:spPr>
            <a:xfrm>
              <a:off x="0" y="0"/>
              <a:ext cx="3429000" cy="43815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0" y="0"/>
              <a:ext cx="3429000" cy="438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00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Impact</a:t>
              </a:r>
              <a:endParaRPr b="1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Interactive Learning</a:t>
              </a:r>
              <a:endPara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Makes complex quantum concepts highly interactive &amp; accessible.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Hardware Independence</a:t>
              </a:r>
              <a:endPara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Reduces dependency on scarce and costly physical quantum hardware.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Workforce Preparedness</a:t>
              </a:r>
              <a:endPara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Builds a robust, quantum-ready workforce for future industries.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" name="Google Shape;157;p17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IN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58" name="Google Shape;158;p17"/>
          <p:cNvGrpSpPr/>
          <p:nvPr/>
        </p:nvGrpSpPr>
        <p:grpSpPr>
          <a:xfrm>
            <a:off x="8191500" y="1524000"/>
            <a:ext cx="3429000" cy="4381500"/>
            <a:chOff x="0" y="0"/>
            <a:chExt cx="3429000" cy="4381500"/>
          </a:xfrm>
        </p:grpSpPr>
        <p:sp>
          <p:nvSpPr>
            <p:cNvPr id="159" name="Google Shape;159;p17"/>
            <p:cNvSpPr/>
            <p:nvPr/>
          </p:nvSpPr>
          <p:spPr>
            <a:xfrm>
              <a:off x="0" y="0"/>
              <a:ext cx="3429000" cy="43815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0" y="0"/>
              <a:ext cx="3429000" cy="438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00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Key Benefits</a:t>
              </a:r>
              <a:endParaRPr b="1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Hands-on Learning</a:t>
              </a:r>
              <a:endPara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IN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Direct interactive circuit simulation.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Personalized AI Guidance</a:t>
              </a:r>
              <a:endPara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IN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Real-time explanations &amp; assistance.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Faster Skill Acquisition</a:t>
              </a:r>
              <a:endPara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IN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Saves time on setup and core concepts.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Progress Tracking</a:t>
              </a:r>
              <a:endPara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IN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Monitor performance and milestones.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Your startup LOGO" id="161" name="Google Shape;161;p17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Agentic Coven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77175" y="1317950"/>
            <a:ext cx="109728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Quantum / Qiskit</a:t>
            </a:r>
            <a:b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https://quantum.ibm.com/</a:t>
            </a:r>
            <a:endParaRPr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Cirq</a:t>
            </a:r>
            <a:b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https://quantumai.google/cirq</a:t>
            </a:r>
            <a:endParaRPr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qBraid</a:t>
            </a:r>
            <a:b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https://qbraid.com/</a:t>
            </a:r>
            <a:endParaRPr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IN">
                <a:solidFill>
                  <a:schemeClr val="dk1"/>
                </a:solidFill>
              </a:rPr>
              <a:t>AI Support Meets AR Visualization for Alice and Bob</a:t>
            </a:r>
            <a:r>
              <a:rPr lang="en-IN">
                <a:solidFill>
                  <a:schemeClr val="dk1"/>
                </a:solidFill>
              </a:rPr>
              <a:t> — </a:t>
            </a:r>
            <a:r>
              <a:rPr i="1" lang="en-IN">
                <a:solidFill>
                  <a:schemeClr val="dk1"/>
                </a:solidFill>
              </a:rPr>
              <a:t>EPJ Quantum Technology, 2025: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i="1" lang="en-IN" u="sng">
                <a:solidFill>
                  <a:schemeClr val="hlink"/>
                </a:solidFill>
                <a:hlinkClick r:id="rId9"/>
              </a:rPr>
              <a:t>https://link.springer.com/article/10.1140/epjqt/s40507-025-00310-z?utm_source=chatgpt.com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IN">
                <a:solidFill>
                  <a:schemeClr val="dk1"/>
                </a:solidFill>
              </a:rPr>
              <a:t>Toward Personalizing Quantum Computing Education: An Evolutionary LLM-Powered Approach</a:t>
            </a:r>
            <a:r>
              <a:rPr lang="en-IN">
                <a:solidFill>
                  <a:schemeClr val="dk1"/>
                </a:solidFill>
              </a:rPr>
              <a:t> — </a:t>
            </a:r>
            <a:r>
              <a:rPr i="1" lang="en-IN">
                <a:solidFill>
                  <a:schemeClr val="dk1"/>
                </a:solidFill>
              </a:rPr>
              <a:t>2025: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i="1" lang="en-IN" u="sng">
                <a:solidFill>
                  <a:schemeClr val="hlink"/>
                </a:solidFill>
                <a:hlinkClick r:id="rId10"/>
              </a:rPr>
              <a:t>https://arxiv.org/abs/2504.18603?utm_source=chatgpt.com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Areas</a:t>
            </a:r>
            <a:b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Quantum Education • Quantum Simulation • AI-Assisted Learning • Circuit Visualization • Interactive Learning • Quantum Algorithm Design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IN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2" name="Google Shape;172;p18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IN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73" name="Google Shape;173;p18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Agentic Coven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